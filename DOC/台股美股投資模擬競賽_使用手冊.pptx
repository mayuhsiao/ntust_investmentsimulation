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456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6246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開場：說明這是用真實股價與真實費率跑的模擬競賽，不是虛擬報價。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提醒同學認證碼要抄下來；註冊完直接就登入了。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強調密碼要記住，系統沒有寄信重設的功能。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打敗大盤是投資最基本的評分標準，可以在這裡帶出被動投資的討論。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要求同學遇到灰色按鈕時先讀訊息，不要直接說「壞掉了」。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可以帶到匯率避險、以及為什麼有些 ETF 有「匯率避險」版本。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這頁是整份簡報最重要的觀念之一：交易成本。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5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852160" cy="5852160"/>
          </a:xfrm>
          <a:prstGeom prst="ellipse">
            <a:avLst/>
          </a:prstGeom>
          <a:solidFill>
            <a:srgbClr val="0B5EA8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2377440"/>
            <a:ext cx="5120640" cy="5120640"/>
          </a:xfrm>
          <a:prstGeom prst="ellipse">
            <a:avLst/>
          </a:prstGeom>
          <a:solidFill>
            <a:srgbClr val="3F87C8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85800"/>
            <a:ext cx="12344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pic>
        <p:nvPicPr>
          <p:cNvPr id="5" name="Image 0" descr="D:\SourceCode\ntust_InvestmentSimulation\DOC\NTU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777240"/>
            <a:ext cx="1051560" cy="1051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8412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國立臺灣科技大學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2240280" y="12435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C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國際經濟趨勢與策略分析　彭文彥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7744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台股 × 美股</a:t>
            </a:r>
            <a:endParaRPr lang="en-US" sz="5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投資模擬競賽</a:t>
            </a:r>
            <a:endParaRPr lang="en-US" sz="5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343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 err="1">
                <a:solidFill>
                  <a:srgbClr val="3F87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使用手冊</a:t>
            </a:r>
            <a:r>
              <a:rPr lang="en-US" sz="2200" dirty="0">
                <a:solidFill>
                  <a:srgbClr val="3F87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                                                    </a:t>
            </a:r>
            <a:r>
              <a:rPr lang="en-US" sz="1200" dirty="0">
                <a:solidFill>
                  <a:srgbClr val="3F87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</a:t>
            </a:r>
            <a:r>
              <a:rPr lang="en-US" sz="1200" dirty="0" err="1">
                <a:solidFill>
                  <a:srgbClr val="3F87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Author:MaxHsiao</a:t>
            </a:r>
            <a:r>
              <a:rPr lang="en-US" sz="1200" dirty="0">
                <a:solidFill>
                  <a:srgbClr val="3F87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5212080"/>
            <a:ext cx="56692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77240" y="521208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35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emrd-invest.netlify.app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C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每人起始本金 2,000,000 元　以每日收盤價結算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競賽規格一覽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07568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2,000,000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4261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每人起始本金（元）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6916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207568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12,000+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64261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台股上市櫃可交易檔數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6916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207568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810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美股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64261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NASDAQ／NYSE 主要交易所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22452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A7A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收盤價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79145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唯一成交價格，不可指定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43400" y="384048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80560" y="422452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79145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結算淨值並即時排名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38160" y="384048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422452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779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09/17–12/22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479145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正式競賽期間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報價取自證券交易所、櫃買中心與 Yahoo Finance —— 沒有任何虛擬或模擬的價格。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本手冊內容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03120"/>
            <a:ext cx="822960" cy="822960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學生篇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7033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註冊登入、看懂資產、台股與美股下單、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交易紀錄與排行榜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210312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交易規則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成交價、交易時間、費用計算、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匯率換算、買賣限制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58200" y="2103120"/>
            <a:ext cx="822960" cy="822960"/>
          </a:xfrm>
          <a:prstGeom prst="ellipse">
            <a:avLst/>
          </a:prstGeom>
          <a:solidFill>
            <a:srgbClr val="0A7A4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老師篇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7033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認證碼、名單匯入、競賽設定、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每日結算、成績匯出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完整文字版手冊：github.com/mayuhsiao/ntust_InvestmentSimulation → DOC 資料夾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35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286000"/>
            <a:ext cx="1371600" cy="1371600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2860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2560320" y="24688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學生篇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33101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8C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從註冊到下單，五分鐘就能開始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第一步：註冊新帳號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register-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848" y="1417320"/>
            <a:ext cx="2364305" cy="4754880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572000" y="17373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學號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173736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例如 M11426913，大小寫皆可，系統會轉成大寫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4572000" y="23042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註冊認證碼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230428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老師在課堂上公布的代碼，沒有它無法註冊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28712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密碼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2871216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自己設定，至少 6 個字元。請記牢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343814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姓名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343814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請填真實姓名，老師才知道你是誰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40050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組別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0" y="400507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選填，分組排名會用到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572000" y="4709160"/>
            <a:ext cx="7040880" cy="91440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00600" y="4818888"/>
            <a:ext cx="6583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 不需要電子信箱。這套系統用「學號」當帳號，之後也用學號登入。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之後：用學號與密碼登入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login-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014" y="1463040"/>
            <a:ext cx="3194613" cy="4206240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120640" y="164592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如果出現「再一步就完成了」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219456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代表帳號建立了，但還沒加入班級名單 —— 通常是認證碼打錯。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在那個畫面直接補填正確的認證碼與姓名，按「完成註冊」即可，不需要重設密碼，也不用重新註冊。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120640" y="3931920"/>
            <a:ext cx="6492240" cy="960120"/>
          </a:xfrm>
          <a:prstGeom prst="roundRect">
            <a:avLst>
              <a:gd name="adj" fmla="val 7619"/>
            </a:avLst>
          </a:prstGeom>
          <a:solidFill>
            <a:srgbClr val="FCEEF0"/>
          </a:solidFill>
          <a:ln w="12700">
            <a:solidFill>
              <a:srgbClr val="FCEE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49240" y="4041648"/>
            <a:ext cx="603504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810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🔑  忘記密碼無法自行重設，請聯絡老師處理（系統不會寄信）。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我的投資：先看這四個數字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dash-st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22793"/>
            <a:ext cx="11064240" cy="1114935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48640" y="30632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3291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總資產淨值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7490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現金 + 所有持股市值。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這就是排名的依據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364992" y="30632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93592" y="3291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10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總報酬率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593592" y="37490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（總資產 − 200 萬）÷ 200 萬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旁邊是大盤同期表現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81344" y="30632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3291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7A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可用現金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409944" y="37490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還能拿來買股票的錢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997696" y="30632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26296" y="3291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779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目前名次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226296" y="37490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你在全班的排名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截圖為示範資料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淨值走勢：有沒有打敗大盤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dash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65910"/>
            <a:ext cx="6766560" cy="3617620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pic>
        <p:nvPicPr>
          <p:cNvPr id="5" name="Image 1" descr="C:\TEMP\claude\D--SourceCode-ntust-InvestmentSimulation\a4c87170-020d-4b6b-adfe-2a756176eb57\scratchpad\ppt\img\dash-pn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2048256"/>
            <a:ext cx="2194560" cy="2852928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10012680" y="1600200"/>
            <a:ext cx="1600200" cy="3749040"/>
          </a:xfrm>
          <a:prstGeom prst="roundRect">
            <a:avLst>
              <a:gd name="adj" fmla="val 4571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0149840" y="182880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損益拆解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看這裡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10149840" y="2651760"/>
            <a:ext cx="1325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已實現＝賣掉才算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未實現＝帳面上的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累計手續費＝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你為交易付出的代價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藍色實線＝你的報酬率　　灰色虛線＝0050 同期報酬率　　線在虛線上方 ＝ 你打敗大盤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目前持股：台股與美股並列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dash-hold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99672"/>
            <a:ext cx="11064240" cy="1829855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48640" y="3886200"/>
            <a:ext cx="256032" cy="256032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32688" y="38404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平均成本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32688" y="418795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你買進的平均價格，已包含手續費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63640" y="3886200"/>
            <a:ext cx="256032" cy="256032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47688" y="38404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收盤價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647688" y="418795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美股顯示美元（$326.57），台股顯示台幣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4892040"/>
            <a:ext cx="256032" cy="256032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32688" y="48463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市值（台幣）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32688" y="51937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美股已自動用匯率換算，方便直接比較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263640" y="4892040"/>
            <a:ext cx="256032" cy="256032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47688" y="48463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持股比重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47688" y="51937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這檔佔總資產的百分比 —— 檢查有沒有押太重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交易下單：三個步驟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trade-stock-t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62892"/>
            <a:ext cx="6675120" cy="3366457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7589520" y="1600200"/>
            <a:ext cx="384048" cy="384048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58952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19872" y="1572768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搜尋並「點選」股票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19872" y="1874520"/>
            <a:ext cx="3493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輸入代號 2330 或名稱 台積電，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再點下拉選單中的那一列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0" y="2743200"/>
            <a:ext cx="384048" cy="384048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58952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19872" y="2715768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填股數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119872" y="3017520"/>
            <a:ext cx="3493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台股 1 張 = 1000 股，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不滿一張填在「零股」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589520" y="3886200"/>
            <a:ext cx="384048" cy="384048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58952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19872" y="3858768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確認費用後送出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119872" y="4160520"/>
            <a:ext cx="3493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右側會即時算出應付金額，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確認現金夠再按「確認買進」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DF6E7"/>
          </a:solidFill>
          <a:ln w="12700">
            <a:solidFill>
              <a:srgbClr val="FDF6E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367528"/>
            <a:ext cx="106070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B779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 最常卡住的地方：只打字、沒有點下拉選單。系統不知道你要買哪一檔，「確認買進」就會一直是灰色的。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下單面板：費用一目瞭然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trade-panel-t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093" y="1417320"/>
            <a:ext cx="2552054" cy="4754880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206240" y="160020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按鈕灰色時，上方一定會寫原因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2148840"/>
          <a:ext cx="7406640" cy="914400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畫面上的訊息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怎麼處理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請先搜尋並點選一檔股票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點下拉選單那一列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報價載入中，請稍候…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等 2～3 秒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現在是盤中（10:30），暫停下單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等當天 14:00 之後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現金不足：需要 X 元…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減少張數，或按「可買最大量」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賣出股數超過持股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檢查自己實際持有幾股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競賽將於 2026-09-17 開始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還沒開賽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美股下單：輸入英文代號就好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trade-stock-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87137"/>
            <a:ext cx="6035040" cy="3043646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pic>
        <p:nvPicPr>
          <p:cNvPr id="5" name="Image 1" descr="C:\TEMP\claude\D--SourceCode-ntust-InvestmentSimulation\a4c87170-020d-4b6b-adfe-2a756176eb57\scratchpad\ppt\img\trade-panel-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530417"/>
            <a:ext cx="2468880" cy="4482966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9601200" y="1554480"/>
            <a:ext cx="2011680" cy="4434840"/>
          </a:xfrm>
          <a:prstGeom prst="roundRect">
            <a:avLst>
              <a:gd name="adj" fmla="val 3636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784080" y="1783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10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美股特點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784080" y="2240280"/>
            <a:ext cx="1691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以「股」為單位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沒有張的概念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股價顯示美元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手續費 0.5%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（複委託）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最低 500 元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沒有證交稅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自動換算台幣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9834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搜尋框輸入 AAPL、NVDA、TSLA，或直接打公司名 nvidia、tesla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交易規則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美股：所有金額換算成台幣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8355E"/>
          </a:solidFill>
          <a:ln w="12700">
            <a:solidFill>
              <a:srgbClr val="08355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成交金額（台幣）　=　美元股價　×　股數　×　當日 USD/TWD 匯率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實例：買進 10 股 AAPL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5303520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成交價 × 股數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$326.57 × 10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匯率（USD/TWD）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31.464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成交金額（台幣）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102,752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手續費 0.5%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513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應付金額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103,265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09360" y="278892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FCEEF0"/>
          </a:solidFill>
          <a:ln w="12700">
            <a:solidFill>
              <a:srgbClr val="FCEE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10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你的報酬率同時反映股價與匯率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356616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買美股不是只看公司好不好，還要看台幣走勢。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這是實際投資美股一定會遇到的匯率風險，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也是本課程的核心議題之一。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交易規則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同樣漲 5%，結果可能完全不同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情境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股價變動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匯率變動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你的實際報酬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股漲、台幣貶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+5%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台幣貶 2%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C810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約 +7%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股漲、台幣升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+5%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台幣升 5%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6B7A8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約 0%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股跌、台幣升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−3%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台幣升 3%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A7A4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約 −6%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5720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4681728"/>
            <a:ext cx="106070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 匯率風險是真實存在的成本。台幣升值時，你在美股賺的錢換回台幣會縮水；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台幣貶值時則會放大。這也是為什麼許多人會同時配置台股與美股。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交易規則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交易時間：盤中不開放下單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時間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能不能交易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用哪一天的收盤價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平日 09:00 – 13:30（台股盤中）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C810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不行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平日 13:30 – 14:00（收盤結算中）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C810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不行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平日 14:00 – 隔日 09:00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A7A4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可以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當天收盤價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週六、週日（全天）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A7A4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可以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上週五收盤價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230368"/>
            <a:ext cx="106070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⏰  14:00 一到畫面會自動解鎖，不用重新整理。導覽列出現「盤中休市」標籤時就是暫停中。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交易規則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為什麼盤中不能下單？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CEEF0"/>
          </a:solidFill>
          <a:ln w="12700">
            <a:solidFill>
              <a:srgbClr val="FCEE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10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如果盤中可以下單…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早上 10:30，你看到台積電盤中大漲 5%。</a:t>
            </a:r>
            <a:endParaRPr lang="en-US" sz="1450" dirty="0"/>
          </a:p>
          <a:p>
            <a:pPr marL="0" indent="0">
              <a:lnSpc>
                <a:spcPct val="140000"/>
              </a:lnSpc>
              <a:buNone/>
            </a:pPr>
            <a:endParaRPr lang="en-US" sz="14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這時候下單，你會用「昨天的收盤價」</a:t>
            </a:r>
            <a:endParaRPr lang="en-US" sz="14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買到一檔已經確定上漲的股票。</a:t>
            </a:r>
            <a:endParaRPr lang="en-US" sz="1450" dirty="0"/>
          </a:p>
          <a:p>
            <a:pPr marL="0" indent="0">
              <a:lnSpc>
                <a:spcPct val="140000"/>
              </a:lnSpc>
              <a:buNone/>
            </a:pPr>
            <a:endParaRPr lang="en-US" sz="14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等於看著答案作答 —— 穩賺不賠。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E7F5EE"/>
          </a:solidFill>
          <a:ln w="12700">
            <a:solidFill>
              <a:srgbClr val="E7F5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783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7A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所以規則是…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33172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收盤之後才能交易。</a:t>
            </a:r>
            <a:endParaRPr lang="en-US" sz="1450" dirty="0"/>
          </a:p>
          <a:p>
            <a:pPr marL="0" indent="0">
              <a:lnSpc>
                <a:spcPct val="140000"/>
              </a:lnSpc>
              <a:buNone/>
            </a:pPr>
            <a:endParaRPr lang="en-US" sz="14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這樣每個人在做決定時，</a:t>
            </a:r>
            <a:endParaRPr lang="en-US" sz="14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面對的都是一樣的未知。</a:t>
            </a:r>
            <a:endParaRPr lang="en-US" sz="1450" dirty="0"/>
          </a:p>
          <a:p>
            <a:pPr marL="0" indent="0">
              <a:lnSpc>
                <a:spcPct val="140000"/>
              </a:lnSpc>
              <a:buNone/>
            </a:pPr>
            <a:endParaRPr lang="en-US" sz="14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比的是選股與時機的判斷，</a:t>
            </a:r>
            <a:endParaRPr lang="en-US" sz="14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不是誰手快、誰先看到盤。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38928"/>
            <a:ext cx="10607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🌎  美股的盤中是台灣時間深夜到凌晨。系統會分別判斷每一檔股票所屬的市場 —— 台股盤中你仍然可以交易美股。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交易規則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交易成本：台股 vs 美股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台股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美股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交易單位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張（1 張 = 1000 股）、可買零股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手續費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0.1425%（買賣都收）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0.5%（複委託）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最低手續費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 元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500 元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證交稅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0.3%（只有賣出收）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A7A4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幣別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台幣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美元 → 自動換算台幣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DF6E7"/>
          </a:solidFill>
          <a:ln w="12700">
            <a:solidFill>
              <a:srgbClr val="FDF6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B779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💰  美股手續費較高，是因為模擬的是國內券商的「複委託」。手續費與證交稅皆無條件捨去到元。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交易規則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來回一趟，成本約 0.6%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CEEF0"/>
          </a:solidFill>
          <a:ln w="12700">
            <a:solidFill>
              <a:srgbClr val="FCEE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10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買進 1 張台積電 @ 2,410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成交金額　2,410 × 1,000　=　2,410,000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手續費　　2,410,000 × 0.1425%　=　3,434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應付金額　2,413,434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E7F5EE"/>
          </a:solidFill>
          <a:ln w="12700">
            <a:solidFill>
              <a:srgbClr val="E7F5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7A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賣出 1 張台積電 @ 2,500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33172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成交金額　2,500 × 1,000　=　2,500,000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手續費　　3,562　　證交稅　7,500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實收金額　2,488,938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52628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08355E"/>
          </a:solidFill>
          <a:ln w="12700">
            <a:solidFill>
              <a:srgbClr val="08355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6634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股價要漲超過 0.6%，你才開始賺錢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C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這就是為什麼「頻繁交易會吃掉報酬」—— 在「損益拆解」裡看得到你的累計手續費。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交易紀錄：看得到全班的買賣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history-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3340"/>
            <a:ext cx="7589520" cy="4039960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8503920" y="1554480"/>
            <a:ext cx="3108960" cy="4206240"/>
          </a:xfrm>
          <a:prstGeom prst="roundRect">
            <a:avLst>
              <a:gd name="adj" fmla="val 2353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32520" y="1783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已實現損益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732520" y="21945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只有賣出才有。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＝ 賣出實收 − 賣出股數 × 平均成本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3200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查詢範圍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611880"/>
            <a:ext cx="2651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切到「全班交易」可以看所有同學的買賣，也能指定看某一位。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這是刻意公開的 —— 看看排名前面的同學買了什麼、什麼時候進場，是很好的學習方式。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排行榜：跟全班與大盤比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rank-st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54213"/>
            <a:ext cx="11064240" cy="1114935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pic>
        <p:nvPicPr>
          <p:cNvPr id="5" name="Image 1" descr="C:\TEMP\claude\D--SourceCode-ntust-InvestmentSimulation\a4c87170-020d-4b6b-adfe-2a756176eb57\scratchpad\ppt\img\rank-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070837"/>
            <a:ext cx="6949440" cy="2453687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7863840" y="2788920"/>
            <a:ext cx="3749040" cy="3017520"/>
          </a:xfrm>
          <a:prstGeom prst="roundRect">
            <a:avLst>
              <a:gd name="adj" fmla="val 2424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3017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走勢比較怎麼用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8092440" y="3474720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預設顯示前五名 + 你自己，加上 0050 對照。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點下方表格中同學的名字，可以把他加入或移出比較（最多 8 位）。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點「N 檔 ▾」可以展開看他的持股明細。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分組排名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rank-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36727"/>
            <a:ext cx="11064240" cy="2195826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48640" y="42976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8355E"/>
          </a:solidFill>
          <a:ln w="12700">
            <a:solidFill>
              <a:srgbClr val="08355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29768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組報酬率　=　全組損益總和　÷　全組本金總和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835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286000"/>
            <a:ext cx="1371600" cy="1371600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2860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2560320" y="24688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老師篇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33101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8C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開賽前的準備、期間的管理、結束後的成績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老師篇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開賽前的四件準備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57400"/>
            <a:ext cx="384048" cy="384048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2029968"/>
            <a:ext cx="4270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設定註冊認證碼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2331720"/>
            <a:ext cx="4270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 → 競賽設定 → 註冊認證碼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按「產生新代碼」或自己輸入，儲存後在課堂上公布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2057400"/>
            <a:ext cx="384048" cy="384048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068312" y="2029968"/>
            <a:ext cx="4270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確認競賽設定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068312" y="2331720"/>
            <a:ext cx="4270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起始日、結算日、起始本金、手續費率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檢查一次再按「儲存設定」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160520"/>
            <a:ext cx="384048" cy="384048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4133088"/>
            <a:ext cx="4270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公布網址與認證碼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4434840"/>
            <a:ext cx="4270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emrd-invest.netlify.app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同學到登入頁點「註冊新帳號」即可加入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84048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4160520"/>
            <a:ext cx="384048" cy="384048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3796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068312" y="4133088"/>
            <a:ext cx="4270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測試期讓大家玩熟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068312" y="4434840"/>
            <a:ext cx="4270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09/11–09/16 自由練習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09/17 開賽前按「正式開賽」清空重來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老師篇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註冊認證碼：同學自己加入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admin-join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763" y="1463040"/>
            <a:ext cx="8953995" cy="2651760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48640" y="4398264"/>
            <a:ext cx="237744" cy="237744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4343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產生或自訂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43434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按「產生新代碼」隨機產生 6 碼（已排除易混淆的 0/O、1/I），或自己輸入好記的代碼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4965192"/>
            <a:ext cx="237744" cy="237744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9103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關掉自行註冊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491032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把認證碼清空並儲存，就只剩已匯入名單的學號能建立帳號。名單截止後建議這樣做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5532120"/>
            <a:ext cx="237744" cy="237744"/>
          </a:xfrm>
          <a:prstGeom prst="ellipse">
            <a:avLst/>
          </a:prstGeom>
          <a:solidFill>
            <a:srgbClr val="0B5EA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54772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為什麼安全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5477256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認證碼存在只有老師讀得到的位置。外人即使自行註冊帳號也拿不到，加不進來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老師篇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學生名單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admin-r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0019" y="1508760"/>
            <a:ext cx="8761482" cy="3383280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48640" y="502920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1663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帳號狀態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45896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已啟用＝設過密碼；未啟用＝名單有但還沒註冊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43400" y="502920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0" y="51663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起始本金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545896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留空＝沿用競賽預設，也可為個別學生設不同本金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38160" y="502920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66760" y="51663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10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刪除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366760" y="545896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會一併刪除該生所有交易紀錄，無法復原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老師篇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Google 試算表直接貼上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admin-mapp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962" y="1463040"/>
            <a:ext cx="9451596" cy="2377440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4023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自動辨識的欄位</a:t>
            </a:r>
            <a:endParaRPr lang="en-US" sz="17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5486400" cy="164592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欄位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學號（必要）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登入帳號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姓名、組別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組別同組連續多列時可只填第一列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代號、投資金額 / 股數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勾選「同時匯入初始持股」時使用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買入價格、買入日期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可選用檔案價格或該日收盤價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0" y="402336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629400" y="4133088"/>
            <a:ext cx="47548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📋  同一位同學有多檔持股時，分成多列、學號重複填寫即可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（跟現有的試算表格式一樣）。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已存在的學號會被更新，不會重複建立。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老師篇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競賽設定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admin-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17384"/>
            <a:ext cx="6949440" cy="3971872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7863840" y="1554480"/>
            <a:ext cx="3749040" cy="4297680"/>
          </a:xfrm>
          <a:prstGeom prst="roundRect">
            <a:avLst>
              <a:gd name="adj" fmla="val 1951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9244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重點設定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24028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交易時段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只在收盤後交易（預設）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／不限時段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手續費折扣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1 = 不打折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0.6 = 電子下單六折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對照指標代號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預設 0050，可改成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0056、006208…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鎖定交易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勾選後學生完全無法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下單，老師仍可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老師篇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測試期與正式開賽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admin-re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940" y="1463040"/>
            <a:ext cx="9311640" cy="2148840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48640" y="3840480"/>
            <a:ext cx="5349240" cy="1600200"/>
          </a:xfrm>
          <a:prstGeom prst="roundRect">
            <a:avLst>
              <a:gd name="adj" fmla="val 4571"/>
            </a:avLst>
          </a:prstGeom>
          <a:solidFill>
            <a:srgbClr val="FCEEF0"/>
          </a:solidFill>
          <a:ln w="12700">
            <a:solidFill>
              <a:srgbClr val="FCEE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02336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810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🚀 正式開賽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43484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清空所有交易與結算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起始日換成「正式開賽日」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結束測試期提示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63640" y="3840480"/>
            <a:ext cx="5349240" cy="1600200"/>
          </a:xfrm>
          <a:prstGeom prst="roundRect">
            <a:avLst>
              <a:gd name="adj" fmla="val 4571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37960" y="402336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只清除交易紀錄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37960" y="443484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只清資料，保留目前設定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測試期間想重來就用這個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兩者都會跳出確認視窗列出實際筆數，而且學生名單與帳號一律保留 —— 同學不必重新註冊。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老師篇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每日結算與報價</a:t>
            </a:r>
            <a:endParaRPr lang="en-US" sz="3200" dirty="0"/>
          </a:p>
        </p:txBody>
      </p:sp>
      <p:pic>
        <p:nvPicPr>
          <p:cNvPr id="4" name="Image 0" descr="C:\TEMP\claude\D--SourceCode-ntust-InvestmentSimulation\a4c87170-020d-4b6b-adfe-2a756176eb57\scratchpad\ppt\img\admin-set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4606"/>
            <a:ext cx="5486400" cy="928468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pic>
        <p:nvPicPr>
          <p:cNvPr id="5" name="Image 1" descr="C:\TEMP\claude\D--SourceCode-ntust-InvestmentSimulation\a4c87170-020d-4b6b-adfe-2a756176eb57\scratchpad\ppt\img\admin-pr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870862"/>
            <a:ext cx="5212080" cy="2293315"/>
          </a:xfrm>
          <a:prstGeom prst="rect">
            <a:avLst/>
          </a:prstGeom>
          <a:effectLst>
            <a:outerShdw blurRad="177800" dist="38100" dir="5400000" algn="bl" rotWithShape="0">
              <a:srgbClr val="0B2545">
                <a:alpha val="18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548640" y="3063240"/>
            <a:ext cx="5486400" cy="2743200"/>
          </a:xfrm>
          <a:prstGeom prst="roundRect">
            <a:avLst>
              <a:gd name="adj" fmla="val 2667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3291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排行榜本來就是即時的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37490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不需要手動結算就看得到最新結果。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「執行結算」的用途是把每一天的淨值與名次永久保存，作為成績存證與事後查核。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建議競賽結束時執行一次。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400800" y="475488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629400" y="4864608"/>
            <a:ext cx="47548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🔄  建議每天收盤後（14:00 以後）登入一次，按「強制更新全部報價」讓全班資料保持最新。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老師篇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可以用來評分的面向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排名只看報酬率，但系統提供的資料可以支撐更完整的評分：</a:t>
            </a:r>
            <a:endParaRPr lang="en-US" sz="1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3803904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面向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從哪裡看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E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絕對報酬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排行榜 → 報酬率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是否打敗大盤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排行榜 → 0050 同期報酬、「N 人勝過大盤」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分散程度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我的投資 → 持股比重（是否 All-in 單一個股）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交易成本控制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損益拆解 → 累計手續費 ÷ 本金（過度交易的代價）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交易理由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交易紀錄 → 備註欄（可要求同學每筆都寫）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台美配置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交易紀錄 → 市場欄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團隊合作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3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分組排行榜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排行榜與交易紀錄都可以匯出 CSV，直接在 Excel 裡計算。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23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04672" y="160934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確認買進是灰色的？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20116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按鈕上方一定會寫原因。最常見是搜尋後沒點下拉選單。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19672" y="160934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為什麼現在不能下單？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519672" y="20116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平日 09:00–14:00 是盤中，14:00 之後自動解鎖。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" y="31181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價格跟看盤軟體不一樣？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35204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本競賽用收盤價成交，不是即時價。畫面上會寫明日期。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3640" y="297180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19672" y="31181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忘記密碼？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5204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請聯絡老師處理，系統不會寄重設信。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462686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下錯單可以取消嗎？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04672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成交後 30 分鐘內可自行刪除，超過請找老師。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448056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EAF1F8"/>
          </a:solidFill>
          <a:ln w="12700">
            <a:solidFill>
              <a:srgbClr val="EAF1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19672" y="462686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5E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測試期的交易會算成績嗎？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519672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不會。正式開賽前會全部清除、本金歸零重來。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835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3840480"/>
            <a:ext cx="5486400" cy="5486400"/>
          </a:xfrm>
          <a:prstGeom prst="ellipse">
            <a:avLst/>
          </a:prstGeom>
          <a:solidFill>
            <a:srgbClr val="0B5EA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73152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pic>
        <p:nvPicPr>
          <p:cNvPr id="4" name="Image 0" descr="D:\SourceCode\ntust_InvestmentSimulation\DOC\NTU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813816"/>
            <a:ext cx="932688" cy="9326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2860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開始你的第一筆交易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777240" y="3474720"/>
            <a:ext cx="5852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347472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835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emrd-invest.netlify.app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C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完整文字版手冊（含所有截圖）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9560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github.com/mayuhsiao/ntust_InvestmentSimulation　→　DOC 資料夾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577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C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班級網站　emrd115.netlify.app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1240</Words>
  <Application>Microsoft Office PowerPoint</Application>
  <PresentationFormat>寬螢幕</PresentationFormat>
  <Paragraphs>440</Paragraphs>
  <Slides>32</Slides>
  <Notes>32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5" baseType="lpstr">
      <vt:lpstr>Microsoft JhengHei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台股與美股投資模擬競賽 使用手冊</dc:title>
  <dc:subject>PptxGenJS Presentation</dc:subject>
  <dc:creator/>
  <cp:lastModifiedBy>蕭郁倫(MaxHsiao)</cp:lastModifiedBy>
  <cp:revision>3</cp:revision>
  <dcterms:created xsi:type="dcterms:W3CDTF">2026-09-11T08:22:13Z</dcterms:created>
  <dcterms:modified xsi:type="dcterms:W3CDTF">2026-09-11T09:24:37Z</dcterms:modified>
</cp:coreProperties>
</file>